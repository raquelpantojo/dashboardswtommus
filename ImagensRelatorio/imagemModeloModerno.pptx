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1" y="-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557CB-B522-3CA3-5D2C-EBFA0BD88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581451-556F-C727-251F-BA1E6B0FB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DAFE8D-EB2D-966D-5ADA-1C444ECB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9EB474-CA06-E2B8-A376-31DBB54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EB1EFB-CBC0-6B25-A9D7-1E08E65B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437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6C63E-69CA-E2A3-2875-A88B1608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B2CA4B-6103-A388-EB31-1A760406A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1CD62-8EEE-4E08-A0AA-3501DA2E6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868FB4-D61D-6DD3-CFB5-6099EA03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DC9E16-961D-6606-BE49-1F76C874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60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CCEA2-4DDB-01F4-8F1B-23F4EC57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4CE444-40A1-17BA-7854-C0F3F8EE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7B5E41-F10A-F38A-6EBD-AD9AAC47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FD48EE-0D9C-7B0C-0733-ED5F95811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B8CC4A-0459-9691-3595-5AEC2D67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33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63F7C-B910-4FD9-B23B-F67DB1F7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143FB1-4B48-4626-B9B5-CF1DD4103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BD845D-4F0A-6ACC-198F-FF591346B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0BC987-4A97-EA2C-F3D8-6017E317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E0AECB-CC9E-EB9B-4241-E6AB5555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28854F-DC6D-AB74-36B4-CEC20DA9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54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C0613-CE7F-9C92-C86C-EBEA99E68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CFC73-087F-699B-240D-DCA378DE5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9AE0DA-41FB-E317-AEBD-C9B201C08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4C6D310-BAF9-972B-B8D1-772DC211F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0CBF11-292F-82D8-EA8B-57613D26A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3FA298-3202-0346-FEA9-38C677E29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F8B69F-E0E0-D4C0-76FD-0FA66A392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191F53-19CD-C5F9-BCA9-DBBCEEB5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39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8CDD8-B59A-FF91-FE03-9D3CD1C2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B87AE1-52EA-D561-23DC-2F54A2C4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A5BBC2-134A-A49B-8229-C2AC4FD3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3DA1ED-A732-710C-C474-5B783E13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506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B45FFEF-96DD-9C80-DD47-0E51DC56C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727B82-0238-4969-57C4-323195CD0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B5B9F9-A33E-0B59-1E0D-5C061E80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758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4251D-80E9-0148-2D6F-A254E8CF8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EA3CC-504F-48C0-19EC-40339FB95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67E163-5820-4E2B-E46D-2DB83D772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0856B4-EB92-737E-DE83-CADEFB10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3BFA45-A7C7-F770-7080-BA1B147A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048B5B-0D3E-FA83-013B-7093DACE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13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0668E-F3A6-F366-E7DB-C5CA0106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768A86-59E8-D760-6CCF-B2DFD8DA7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2D2C7A-FE62-DD30-B179-E52B2C21E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AA8B10-F217-3D6D-D33A-11342AE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D02D8-A3A5-1205-295D-F925D8D1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CAB3EA-DC3B-9E3C-CC97-8C9F4006B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19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56498-A055-D45D-C2E6-67439EF4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BD368B-6B4E-7342-16B0-F3033F8A5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9A3E5C-36FE-D747-7BA4-A670B673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8A2A3F-882D-CC33-1612-7364E6E3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C4000-D7DD-23DE-8B16-CD7646AC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8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33C7F4-CEF8-6280-DAD9-55A7A883B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FA2CCC-BBD3-8C2B-92C3-4970F29C8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9E1FA2-DB08-2AF0-E8B1-AC7A5364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6272D3-F1C7-1F07-4FDF-306F36CF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2E9E45-81C8-9779-131D-E90528C5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697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EBAB5A6-EF63-35DC-B45E-DE293F0E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664BA6-97E2-A168-EC80-766B75542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18F8A4-8110-FBD2-46CF-57B72D6A9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C4AF8-0D6F-41FC-90BC-51BC1C3E3DA5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41B07B-6B3D-2DC8-D54C-66519CBA7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64D83-F640-6795-AB79-702D4A928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EEEE-3076-47AE-9789-F026C230A4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12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22153-12CF-B727-FF74-CC6A13B424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2C4645-2329-736A-5C90-516C370FC2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470B10-D8B0-A4C7-69E5-DE93A8422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57984"/>
            <a:ext cx="109223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424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Raquel Pantojo de Souza Bachour</dc:creator>
  <cp:lastModifiedBy>Raquel Pantojo de Souza Bachour</cp:lastModifiedBy>
  <cp:revision>2</cp:revision>
  <dcterms:created xsi:type="dcterms:W3CDTF">2026-03-09T12:19:49Z</dcterms:created>
  <dcterms:modified xsi:type="dcterms:W3CDTF">2026-03-10T14:21:33Z</dcterms:modified>
</cp:coreProperties>
</file>